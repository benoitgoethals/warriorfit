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B700"/>
                </a:solidFill>
              </a:rPr>
              <a:t>WarriorFit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Digitizing Military Physical Fitness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474720"/>
            <a:ext cx="3931920" cy="3657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0F4FF"/>
                </a:solidFill>
              </a:rPr>
              <a:t>Benoit Goethals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078"/>
                </a:solidFill>
              </a:rPr>
              <a:t>Shiny for Python · PostgreSQL · Async SQLAlchemy · Docker · Flet · 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B700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F4FF"/>
                </a:solidFill>
              </a:rPr>
              <a:t>How military fitness testing works today — without WarriorFit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37160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PTIs conduct annual fitness tests manually — paper forms, no central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84832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9339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Results entered into spreadsheets, forwarded to HR by hand — error-prone and slow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06624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615184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Five different test types with different scoring rules managed completely separately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28416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236976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 centralized view: no unit dashboard, no trend analysis, no historical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50208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8587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HR synchronization is fully manual — delays mean compliance gaps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572000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448056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 GDPR-compliant consent or data management process in place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193792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10235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Cross-country timing done on paper or basic apps — no integration with HR or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B700"/>
                </a:solidFill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F4FF"/>
                </a:solidFill>
              </a:rPr>
              <a:t>What the WarriorFit ecosystem delivers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743200" cy="42062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426464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WarriorFit (Shiny)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426464"/>
            <a:ext cx="8595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Web platform: test sessions, scoring, dashboards, reports, GDPR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66544"/>
            <a:ext cx="2743200" cy="42062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Flet Cross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121408"/>
            <a:ext cx="8595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Mobile/desktop app for on-site race timing — syncs to shared 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61488"/>
            <a:ext cx="2743200" cy="42062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816352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FastAPI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816352"/>
            <a:ext cx="8595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REST API bridge between Flet and the shared PostgreSQL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56432"/>
            <a:ext cx="2743200" cy="42062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3511296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HR Simulator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511296"/>
            <a:ext cx="8595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FastAPI stub simulating BEMIL HRM — validates broker 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51376"/>
            <a:ext cx="2743200" cy="42062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4206240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Mailpit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4206240"/>
            <a:ext cx="8595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SMTP trap for local dev — catches all outgoing email notifications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760720"/>
            <a:ext cx="11338560" cy="91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078"/>
                </a:solidFill>
              </a:rPr>
              <a:t>Live: https://test.warriorfit.bensoft.be/   ·   Cross client: https://clientcross.bensoft.be/   ·   Mail: https://mailstub.bensoft.be/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B700"/>
                </a:solidFill>
              </a:rPr>
              <a:t>Who Uses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F4FF"/>
                </a:solidFill>
              </a:rPr>
              <a:t>6 roles — RBAC enforced at every page route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645920" cy="4572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42646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Role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371600"/>
            <a:ext cx="2286000" cy="4572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93392" y="142646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Who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7863840" cy="4572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142646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What they can 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28800"/>
            <a:ext cx="1645920" cy="45720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88366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Admin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1828800"/>
            <a:ext cx="2286000" cy="45720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93392" y="188366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IT / Command staff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7863840" cy="45720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188366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Full access: users, settings, audit logs, system health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286000"/>
            <a:ext cx="1645920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234086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PTI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2286000"/>
            <a:ext cx="2286000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93392" y="234086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Physical Training Instructor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2286000"/>
            <a:ext cx="7863840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70832" y="234086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Conduct tests, unit dashboard, generate PDF reports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743200"/>
            <a:ext cx="1645920" cy="45720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279806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APTI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2743200"/>
            <a:ext cx="2286000" cy="45720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93392" y="279806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Assistant PTI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2743200"/>
            <a:ext cx="7863840" cy="45720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2" y="279806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Same as PTI — assist with sessions and reporting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200400"/>
            <a:ext cx="1645920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325526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Planner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20240" y="3200400"/>
            <a:ext cx="2286000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93392" y="325526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Planning staff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3200400"/>
            <a:ext cx="7863840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70832" y="325526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Manage test session scheduling only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657600"/>
            <a:ext cx="1645920" cy="45720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" y="371246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Guest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3657600"/>
            <a:ext cx="2286000" cy="45720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93392" y="371246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Unit officers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3657600"/>
            <a:ext cx="7863840" cy="45720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70832" y="371246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Read-only: unit overview, individual test history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114800"/>
            <a:ext cx="1645920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" y="416966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User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20240" y="4114800"/>
            <a:ext cx="2286000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93392" y="416966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Serviceman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4114800"/>
            <a:ext cx="7863840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70832" y="416966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Own history, PHEF chart, privacy self-service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B700"/>
                </a:solidFill>
              </a:rPr>
              <a:t>Fitness Test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F4FF"/>
                </a:solidFill>
              </a:rPr>
              <a:t>Five test categories — one unified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438912" cy="4572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62456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3E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325880"/>
            <a:ext cx="2011680" cy="45720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3990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</a:rPr>
              <a:t>PHEF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399032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2400 m run + side bridge (L &amp; R) · scored by age/gender table · personal trend chart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03704"/>
            <a:ext cx="438912" cy="4572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240280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3E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203704"/>
            <a:ext cx="2011680" cy="45720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27685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</a:rPr>
              <a:t>Functional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276856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Push-ups · sit-ups · pull-ups — scored by rep count with age/gender categories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81528"/>
            <a:ext cx="438912" cy="4572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118104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3E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081528"/>
            <a:ext cx="2011680" cy="45720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154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</a:rPr>
              <a:t>Combat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1546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Paratrooper: running time + obstacle course + rope events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959352"/>
            <a:ext cx="438912" cy="4572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995928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3E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959352"/>
            <a:ext cx="2011680" cy="45720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403250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</a:rPr>
              <a:t>March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032504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Long-distance endurance (configurable km, default 30) · pass/fail + grade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837176"/>
            <a:ext cx="438912" cy="4572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4873752"/>
            <a:ext cx="438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3E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837176"/>
            <a:ext cx="2011680" cy="45720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49103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</a:rPr>
              <a:t>Cross/Run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491032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Full event lifecycle · Chronos XML bulk import · Flet field timer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B700"/>
                </a:solidFill>
              </a:rPr>
              <a:t>Agile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F4FF"/>
                </a:solidFill>
              </a:rPr>
              <a:t>User-story driven development — 20 epics, 80 stories, 231 story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</a:rPr>
              <a:t>Story Point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F"/>
                </a:solidFill>
              </a:rPr>
              <a:t>1 pt  =  2–4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F"/>
                </a:solidFill>
              </a:rPr>
              <a:t>2 pts  =  4–8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871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F"/>
                </a:solidFill>
              </a:rPr>
              <a:t>3 pts  =  1–2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712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F"/>
                </a:solidFill>
              </a:rPr>
              <a:t>5 pts  =  2–3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0F4FF"/>
                </a:solidFill>
              </a:rPr>
              <a:t>8 pts  =  3–5 days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325880"/>
            <a:ext cx="411480" cy="33832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9472" y="1380744"/>
            <a:ext cx="320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#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7800" y="1325880"/>
            <a:ext cx="2743200" cy="33832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2" y="1380744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Epic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325880"/>
            <a:ext cx="594360" cy="33832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4152" y="1380744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Pts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1664208"/>
            <a:ext cx="41148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9472" y="1719072"/>
            <a:ext cx="320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57800" y="1664208"/>
            <a:ext cx="274320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0952" y="1719072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User Management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1664208"/>
            <a:ext cx="59436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4152" y="1719072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2002536"/>
            <a:ext cx="41148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19472" y="2057400"/>
            <a:ext cx="320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7800" y="2002536"/>
            <a:ext cx="274320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30952" y="2057400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Test Session Planning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2002536"/>
            <a:ext cx="59436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74152" y="2057400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2340864"/>
            <a:ext cx="41148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19472" y="2395728"/>
            <a:ext cx="320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57800" y="2340864"/>
            <a:ext cx="274320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30952" y="2395728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PHEF Test Input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2340864"/>
            <a:ext cx="59436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74152" y="2395728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2679192"/>
            <a:ext cx="41148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19472" y="2734056"/>
            <a:ext cx="320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57800" y="2679192"/>
            <a:ext cx="274320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30952" y="2734056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Combat Test Input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1000" y="2679192"/>
            <a:ext cx="59436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4152" y="2734056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3017520"/>
            <a:ext cx="41148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19472" y="3072384"/>
            <a:ext cx="320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57800" y="3017520"/>
            <a:ext cx="274320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30952" y="3072384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Swimming Test Input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01000" y="3017520"/>
            <a:ext cx="59436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4152" y="3072384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3355848"/>
            <a:ext cx="41148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19472" y="3410712"/>
            <a:ext cx="320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57800" y="3355848"/>
            <a:ext cx="274320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30952" y="3410712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Functional Test Input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01000" y="3355848"/>
            <a:ext cx="59436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74152" y="3410712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46320" y="3694176"/>
            <a:ext cx="41148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19472" y="3749040"/>
            <a:ext cx="320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57800" y="3694176"/>
            <a:ext cx="274320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30952" y="3749040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March Registration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01000" y="3694176"/>
            <a:ext cx="59436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74152" y="3749040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46320" y="4032504"/>
            <a:ext cx="41148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19472" y="4087368"/>
            <a:ext cx="320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257800" y="4032504"/>
            <a:ext cx="274320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30952" y="4087368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Cross &amp; Runs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01000" y="4032504"/>
            <a:ext cx="59436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74152" y="4087368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46320" y="4370832"/>
            <a:ext cx="41148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919472" y="4425696"/>
            <a:ext cx="320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57800" y="4370832"/>
            <a:ext cx="274320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30952" y="4425696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BEMIL Personnel Lookup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01000" y="4370832"/>
            <a:ext cx="59436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74152" y="4425696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46320" y="4709160"/>
            <a:ext cx="41148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19472" y="4764024"/>
            <a:ext cx="320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257800" y="4709160"/>
            <a:ext cx="274320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30952" y="4764024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Individual History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01000" y="4709160"/>
            <a:ext cx="59436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74152" y="4764024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412480" y="1325880"/>
            <a:ext cx="411480" cy="33832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85632" y="1380744"/>
            <a:ext cx="320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#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823960" y="1325880"/>
            <a:ext cx="2743200" cy="33832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897112" y="1380744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Epic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567160" y="1325880"/>
            <a:ext cx="594360" cy="33832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640312" y="1380744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Pts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412480" y="1664208"/>
            <a:ext cx="41148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85632" y="1719072"/>
            <a:ext cx="320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823960" y="1664208"/>
            <a:ext cx="274320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897112" y="1719072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Unit Dashboard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567160" y="1664208"/>
            <a:ext cx="59436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640312" y="1719072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412480" y="2002536"/>
            <a:ext cx="41148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485632" y="2057400"/>
            <a:ext cx="320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823960" y="2002536"/>
            <a:ext cx="274320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897112" y="2057400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Calendar Events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567160" y="2002536"/>
            <a:ext cx="59436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640312" y="2057400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412480" y="2340864"/>
            <a:ext cx="41148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485632" y="2395728"/>
            <a:ext cx="320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823960" y="2340864"/>
            <a:ext cx="274320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897112" y="2395728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Room Reservations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1567160" y="2340864"/>
            <a:ext cx="59436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1640312" y="2395728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412480" y="2679192"/>
            <a:ext cx="41148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485632" y="2734056"/>
            <a:ext cx="320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823960" y="2679192"/>
            <a:ext cx="274320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897112" y="2734056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Audit Logs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1567160" y="2679192"/>
            <a:ext cx="59436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640312" y="2734056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412480" y="3017520"/>
            <a:ext cx="41148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485632" y="3072384"/>
            <a:ext cx="320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823960" y="3017520"/>
            <a:ext cx="274320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897112" y="3072384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Welcome Dashboard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1567160" y="3017520"/>
            <a:ext cx="59436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640312" y="3072384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412480" y="3355848"/>
            <a:ext cx="41148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485632" y="3410712"/>
            <a:ext cx="320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823960" y="3355848"/>
            <a:ext cx="274320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897112" y="3410712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Application Settings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1567160" y="3355848"/>
            <a:ext cx="59436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1640312" y="3410712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412480" y="3694176"/>
            <a:ext cx="41148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485632" y="3749040"/>
            <a:ext cx="320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823960" y="3694176"/>
            <a:ext cx="274320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897112" y="3749040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Status Monitoring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567160" y="3694176"/>
            <a:ext cx="59436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1640312" y="3749040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412480" y="4032504"/>
            <a:ext cx="41148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485632" y="4087368"/>
            <a:ext cx="320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823960" y="4032504"/>
            <a:ext cx="274320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897112" y="4087368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Reports &amp; Export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1567160" y="4032504"/>
            <a:ext cx="59436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1640312" y="4087368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412480" y="4370832"/>
            <a:ext cx="41148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485632" y="4425696"/>
            <a:ext cx="320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823960" y="4370832"/>
            <a:ext cx="274320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897112" y="4425696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Security &amp; Auth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567160" y="4370832"/>
            <a:ext cx="594360" cy="33832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1640312" y="4425696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412480" y="4709160"/>
            <a:ext cx="41148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485632" y="4764024"/>
            <a:ext cx="3200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823960" y="4709160"/>
            <a:ext cx="274320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897112" y="4764024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GDPR / Privacy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1567160" y="4709160"/>
            <a:ext cx="594360" cy="338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1640312" y="4764024"/>
            <a:ext cx="502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65760" y="5257800"/>
            <a:ext cx="4114800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11480" y="5321808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3E"/>
                </a:solidFill>
              </a:rPr>
              <a:t>Total: 20 epics · 80 stories · 231 story points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11480" y="58521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078"/>
                </a:solidFill>
              </a:rPr>
              <a:t>All stories delivered — Sep 2025 → May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B700"/>
                </a:solidFill>
              </a:rPr>
              <a:t>User Story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F4FF"/>
                </a:solidFill>
              </a:rPr>
              <a:t>Epic 3 · Story 3.1 — PHEF Test Entry [5 points]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</a:rPr>
              <a:t>Story Format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B700"/>
                </a:solidFill>
              </a:rPr>
              <a:t>As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B700"/>
                </a:solidFill>
              </a:rPr>
              <a:t>I want 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enter a PHEF test result for a serviceman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B700"/>
                </a:solidFill>
              </a:rPr>
              <a:t>So that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the result is stored, scored, and forwarded to HR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</a:rPr>
              <a:t>Acceptance Criteria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20440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42900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Serial number confirmed against BEMIL before entry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59352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86791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Side bridge L/R and 2400 m run time fields required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98264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306824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Live score shown per component during entry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37176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745736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Pass: side-bridge total ≥ 20 pts AND run ≥ 10 pts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76088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51846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Audit log created on save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15000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62356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Email notification sent to PTI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153912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606247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HR message queued in broker (async, non-blocking)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13258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</a:rPr>
              <a:t>Linked Test Cases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1737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A745"/>
                </a:solidFill>
              </a:rPr>
              <a:t>[x] Form shows all required fields (serial, SB-R, SB-L, run time)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215798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A745"/>
                </a:solidFill>
              </a:rPr>
              <a:t>[x] Invalid time format → error shown before submit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2578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A745"/>
                </a:solidFill>
              </a:rPr>
              <a:t>[x] Unknown serial → 'Confirm Serial' blocks Add button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299923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A745"/>
                </a:solidFill>
              </a:rPr>
              <a:t>[x] Score displayed live as values change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341985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A745"/>
                </a:solidFill>
              </a:rPr>
              <a:t>[x] Pass/fail calculated correctly for all age/gender groups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38404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A745"/>
                </a:solidFill>
              </a:rPr>
              <a:t>[x] DB row created with correct foreign keys after Add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426110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A745"/>
                </a:solidFill>
              </a:rPr>
              <a:t>[x] Broker message enqueued (mock HR call verified)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468172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8A745"/>
                </a:solidFill>
              </a:rPr>
              <a:t>[x] Audit log entry present after save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510235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B700"/>
                </a:solidFill>
              </a:rPr>
              <a:t>[ ] Email notification received in Mailpit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B700"/>
                </a:solidFill>
              </a:rPr>
              <a:t>Test Cases &amp;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F4FF"/>
                </a:solidFill>
              </a:rPr>
              <a:t>1 500+ lines of test code · unit + integration coverage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200400" cy="40233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426464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Test 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371600"/>
            <a:ext cx="640080" cy="40233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426464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Cases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371600"/>
            <a:ext cx="1371600" cy="40233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87952" y="1426464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1371600"/>
            <a:ext cx="6675120" cy="40233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50992" y="1426464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What is tested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73936"/>
            <a:ext cx="3200400" cy="402336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1828800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test_phef_calculator.py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1773936"/>
            <a:ext cx="640080" cy="402336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1828800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1773936"/>
            <a:ext cx="1371600" cy="402336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87952" y="1828800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Unit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1773936"/>
            <a:ext cx="6675120" cy="402336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50992" y="1828800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Age/gender scoring tables — side bridge + run 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176272"/>
            <a:ext cx="3200400" cy="40233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2231136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test_Functional_calculator.py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2176272"/>
            <a:ext cx="640080" cy="40233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7872" y="2231136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~20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2176272"/>
            <a:ext cx="1371600" cy="40233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87952" y="2231136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Unit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2176272"/>
            <a:ext cx="6675120" cy="40233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50992" y="2231136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Pull-ups, push-ups, sit-ups scoring by age category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578608"/>
            <a:ext cx="3200400" cy="402336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2633472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test_broker_unit.py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2578608"/>
            <a:ext cx="640080" cy="402336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47872" y="2633472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30+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2578608"/>
            <a:ext cx="1371600" cy="402336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87952" y="2633472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Unit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77840" y="2578608"/>
            <a:ext cx="6675120" cy="402336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50992" y="2633472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Async queue, exponential backoff, dead-letter logic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980944"/>
            <a:ext cx="3200400" cy="40233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" y="3035808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test_application_config.py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0" y="2980944"/>
            <a:ext cx="640080" cy="40233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47872" y="3035808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25+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2980944"/>
            <a:ext cx="1371600" cy="40233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87952" y="303580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Unit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2980944"/>
            <a:ext cx="6675120" cy="40233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50992" y="3035808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YAML config loading, DB URL, SMTP settings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383280"/>
            <a:ext cx="3200400" cy="402336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" y="3438144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test_read_xml_chronos_and_save.py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0" y="3383280"/>
            <a:ext cx="640080" cy="402336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47872" y="3438144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15+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3383280"/>
            <a:ext cx="1371600" cy="402336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87952" y="3438144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Integration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77840" y="3383280"/>
            <a:ext cx="6675120" cy="402336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50992" y="3438144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Chronos XML import: XSD validation + DB persistence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029200"/>
            <a:ext cx="2011680" cy="43891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9184" y="5093208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1B3E"/>
                </a:solidFill>
              </a:rPr>
              <a:t>0 mypy errors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23160" y="5029200"/>
            <a:ext cx="2011680" cy="43891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78024" y="5093208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1B3E"/>
                </a:solidFill>
              </a:rPr>
              <a:t>Ruff compliant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0" y="5029200"/>
            <a:ext cx="2011680" cy="43891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26864" y="5093208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1B3E"/>
                </a:solidFill>
              </a:rPr>
              <a:t>black formatted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20840" y="5029200"/>
            <a:ext cx="2011680" cy="43891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75704" y="5093208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1B3E"/>
                </a:solidFill>
              </a:rPr>
              <a:t>CI on every commit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69680" y="5029200"/>
            <a:ext cx="2011680" cy="43891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24544" y="5093208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1B3E"/>
                </a:solidFill>
              </a:rPr>
              <a:t>Pre-commit hooks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" y="56692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078"/>
                </a:solidFill>
              </a:rPr>
              <a:t>Test strategy: calculators fully unit-tested · broker mocked (no DB) · XML import uses real async session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B700"/>
                </a:solidFill>
              </a:rPr>
              <a:t>Architecture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F4FF"/>
                </a:solidFill>
              </a:rPr>
              <a:t>Layered unidirectional dependency flow</a:t>
            </a:r>
          </a:p>
        </p:txBody>
      </p:sp>
      <p:pic>
        <p:nvPicPr>
          <p:cNvPr id="7" name="Picture 6" descr="overview-WARRIORFIT_Architectu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188720"/>
            <a:ext cx="88696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B700"/>
                </a:solidFill>
              </a:rPr>
              <a:t>PHEF Test 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F4FF"/>
                </a:solidFill>
              </a:rPr>
              <a:t>From PTI form entry → DB → async Broker → HR system</a:t>
            </a:r>
          </a:p>
        </p:txBody>
      </p:sp>
      <p:pic>
        <p:nvPicPr>
          <p:cNvPr id="7" name="Picture 6" descr="test_flow_ui_db_bro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43000"/>
            <a:ext cx="117957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B700"/>
                </a:solidFill>
              </a:rPr>
              <a:t>PHEF Flow — Step by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F4FF"/>
                </a:solidFill>
              </a:rPr>
              <a:t>Two parallel paths: synchronous save + async HR forwarding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5486400" cy="347472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6245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B700"/>
                </a:solidFill>
              </a:rPr>
              <a:t>1. PTI enters 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01368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099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Serial confirmed via BEMIL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03704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122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Live score calculated while typing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606040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14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Add button disabled until session + serial validated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26664"/>
            <a:ext cx="5486400" cy="347472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0632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B700"/>
                </a:solidFill>
              </a:rPr>
              <a:t>2. Controller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502152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4107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Validates time format (mm:ss)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904488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130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Builds PhefTest domain object with scores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325112"/>
            <a:ext cx="5486400" cy="347472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3616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B700"/>
                </a:solidFill>
              </a:rPr>
              <a:t>3. Service layer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800600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7091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Persists test to PostgreSQL (awaited)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202936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1114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Hands DTO to Broker (non-blocking)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605272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5138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Creates audit log + sends email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1325880"/>
            <a:ext cx="5486400" cy="347472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136245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B700"/>
                </a:solidFill>
              </a:rPr>
              <a:t>4. Broker (background)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1801368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17099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Writes to hr_messages table (durable outbox)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203704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21122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POSTs JSON to HR API every 5 seconds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2606040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2514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Exponential backoff on failure (5 s → 10 min)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008376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29169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Dead-letter after 10 failed attempts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3429000"/>
            <a:ext cx="5486400" cy="347472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34655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B700"/>
                </a:solidFill>
              </a:rPr>
              <a:t>Key invariants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3904488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38130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User never waits for HR — immediate feedback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4306824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42153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Outbox survives app crash / HR outage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4709160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46177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HR offline → retried indefinitely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5111496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502005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All steps logged in audit trail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B700"/>
                </a:solidFill>
              </a:rPr>
              <a:t>Flet Cross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F4FF"/>
                </a:solidFill>
              </a:rPr>
              <a:t>Three-component architecture for on-site race timing</a:t>
            </a:r>
          </a:p>
        </p:txBody>
      </p:sp>
      <p:pic>
        <p:nvPicPr>
          <p:cNvPr id="7" name="Picture 6" descr="img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5029200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0" y="128016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700"/>
                </a:solidFill>
              </a:rPr>
              <a:t>Three Components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719072"/>
            <a:ext cx="2377440" cy="38404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42432" y="17739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WarriorFit (Shiny)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77393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Planning, cross session management, statistics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2432304"/>
            <a:ext cx="2377440" cy="38404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2432" y="248716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FastAPI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48716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REST API: JWT auth, runner CRUD, shared PostgreSQL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3145536"/>
            <a:ext cx="2377440" cy="38404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2" y="32004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Flet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20040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Mobile/desktop timer app — PTIs use it on the sports field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29184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0"/>
                </a:solidFill>
              </a:rPr>
              <a:t>Field workflow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3749040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3872" y="365760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PTI creates session in WarriorFit (Cross Planning page)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4187952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33872" y="4096512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PTI opens Flet app on tablet — selects session (JWT auth)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4626864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33872" y="4535424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For each finisher: enter serial + time → POST /api/runners/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5065776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33872" y="4974336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WarriorFit auto-shows updated results from shared PostgreSQL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5504688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33872" y="5413248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PTI views top-10 + demographics in Cross Statistics page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621792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078"/>
                </a:solidFill>
              </a:rPr>
              <a:t>clientcross.bensoft.be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B700"/>
                </a:solidFill>
              </a:rPr>
              <a:t>Flet Client — Sequence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F4FF"/>
                </a:solidFill>
              </a:rPr>
              <a:t>PTI flow: login → select event → time runners → save results</a:t>
            </a:r>
          </a:p>
        </p:txBody>
      </p:sp>
      <p:pic>
        <p:nvPicPr>
          <p:cNvPr id="7" name="Picture 6" descr="img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43000"/>
            <a:ext cx="75895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B700"/>
                </a:solidFill>
              </a:rPr>
              <a:t>HR Simulator &amp; Mailpit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F4FF"/>
                </a:solidFill>
              </a:rPr>
              <a:t>Development infrastructure — test without touching real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394960" cy="42062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HR Simulator  (hr_fatapi_dummy.py)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20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78308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FastAPI application mimicking the BEMIL HRM REST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04872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31343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Accepts POST /api/v1/phef/test with PhefTestDto 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35224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843784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Returns { success: true, ack: 'Message enqueued' 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65576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374136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CORS configured for localhost:8005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95928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9044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Validates broker → HR message pipeline end-to-end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526280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43484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 production: replace base URL in config.yml → real HR endpoint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74920"/>
            <a:ext cx="5394960" cy="1188720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206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B700"/>
                </a:solidFill>
              </a:rPr>
              <a:t>{ "serial_number": "12345678",
  "running_time": 720.0,
  "sideBridge_r": 65.0,
  "sideBridge_l": 58.0,
  "timestamp": "2026-05-01T09:15:00" 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280160"/>
            <a:ext cx="5669280" cy="420624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335024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Mailpit  (SMTP trap for development)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874520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17830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SMTP server on port 1025 at 192.168.0.30 — catches all emails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386584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229514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Web UI at https://mailstub.bensoft.be/ — inspect every message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898648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28072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 emails reach real recipients during development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410712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33192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Tests all WarriorFit notification types without sending real mail: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3913632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3840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PHEF / Combat / Swim / Functional test added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4334256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426110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March registration confirmation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4754880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6817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Room reservation created or cancelled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5175504"/>
            <a:ext cx="54864" cy="20116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51023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F"/>
                </a:solidFill>
              </a:rPr>
              <a:t>Test session created by PTI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544068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6078"/>
                </a:solidFill>
              </a:rPr>
              <a:t>WarriorFit config (dev):
  mail.host: 192.168.0.30 · port: 1025 · use_ssl: false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B700"/>
                </a:solidFill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F4FF"/>
                </a:solidFill>
              </a:rPr>
              <a:t>Modern, async-first, production-hardened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53312"/>
            <a:ext cx="1737360" cy="38404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40817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1353312"/>
            <a:ext cx="2468880" cy="38404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4832" y="140817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353312"/>
            <a:ext cx="7680960" cy="38404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408176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737360"/>
            <a:ext cx="1737360" cy="38404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79222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Language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1737360"/>
            <a:ext cx="2468880" cy="38404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4832" y="179222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Python 3.13+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6280" y="1737360"/>
            <a:ext cx="7680960" cy="38404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1792224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Async-first · mypy strict · 21 800 lines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121408"/>
            <a:ext cx="173736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217627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Web Framework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2121408"/>
            <a:ext cx="246888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84832" y="217627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Shiny for Python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2121408"/>
            <a:ext cx="768096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2" y="2176272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Reactive UI · 24 pages · DataGrids · modals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05456"/>
            <a:ext cx="1737360" cy="38404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25603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2505456"/>
            <a:ext cx="2468880" cy="38404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84832" y="25603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SQLAlchemy 2.0 async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80" y="2505456"/>
            <a:ext cx="7680960" cy="38404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2" y="2560320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AsyncSession · polymorphic STI · Alembic migrations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889504"/>
            <a:ext cx="173736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29443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Database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0" y="2889504"/>
            <a:ext cx="246888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84832" y="294436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PostgreSQL + asyncpg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26280" y="2889504"/>
            <a:ext cx="768096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9432" y="2944368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Pool: size=20, max_overflow=30 · TLS in prod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273552"/>
            <a:ext cx="1737360" cy="38404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" y="332841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Charts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0" y="3273552"/>
            <a:ext cx="2468880" cy="38404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84832" y="332841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Plotly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26280" y="3273552"/>
            <a:ext cx="7680960" cy="38404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99432" y="3328416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Interactive dashboards · auto-resize on tab switch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657600"/>
            <a:ext cx="173736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" y="371246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DI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11680" y="3657600"/>
            <a:ext cx="246888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84832" y="371246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dependency-injector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26280" y="3657600"/>
            <a:ext cx="768096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99432" y="3712464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DeclarativeContainer · 40+ wired singletons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041648"/>
            <a:ext cx="1737360" cy="38404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" y="409651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Security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11680" y="4041648"/>
            <a:ext cx="2468880" cy="38404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84832" y="409651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Argon2id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26280" y="4041648"/>
            <a:ext cx="7680960" cy="38404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99432" y="4096512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Memory-hard hashing · 10-min session timeout · RBAC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425696"/>
            <a:ext cx="173736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7472" y="44805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Field App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11680" y="4425696"/>
            <a:ext cx="246888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84832" y="44805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Flet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26280" y="4425696"/>
            <a:ext cx="768096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99432" y="4480560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Mobile/desktop cross-country timer app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4809744"/>
            <a:ext cx="1737360" cy="38404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7472" y="486460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API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11680" y="4809744"/>
            <a:ext cx="2468880" cy="38404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84832" y="486460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26280" y="4809744"/>
            <a:ext cx="7680960" cy="38404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99432" y="4864608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REST backend for Flet · JWT auth · Uvicorn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5193792"/>
            <a:ext cx="173736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7472" y="524865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Dev Tools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11680" y="5193792"/>
            <a:ext cx="246888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84832" y="524865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Mailpit + HR Simulator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26280" y="5193792"/>
            <a:ext cx="768096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99432" y="5248656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SMTP trap + BEMIL API stub for local testing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5577840"/>
            <a:ext cx="1737360" cy="38404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47472" y="56327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0"/>
                </a:solidFill>
              </a:rPr>
              <a:t>CI/CD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11680" y="5577840"/>
            <a:ext cx="2468880" cy="38404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84832" y="563270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GitHub Actions + Docker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26280" y="5577840"/>
            <a:ext cx="7680960" cy="38404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99432" y="5632704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Ruff · black · mypy · Docker image · Nginx HTTPS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B700"/>
                </a:solidFill>
              </a:rPr>
              <a:t>Development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F4FF"/>
                </a:solidFill>
              </a:rPr>
              <a:t>Agile — 4 phases, continuous delivery, 946 commits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2148840" cy="59436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4173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700"/>
                </a:solidFill>
              </a:rPr>
              <a:t>Sep–Oct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325880"/>
            <a:ext cx="2514600" cy="594360"/>
          </a:xfrm>
          <a:prstGeom prst="rect">
            <a:avLst/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2032" y="141732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1: Prototype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325880"/>
            <a:ext cx="7040880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417320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Flat structure · god-class DBService · monolithic pages · first test types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93976"/>
            <a:ext cx="2148840" cy="59436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185416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700"/>
                </a:solidFill>
              </a:rPr>
              <a:t>Oct–Dec 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2093976"/>
            <a:ext cx="2514600" cy="594360"/>
          </a:xfrm>
          <a:prstGeom prst="rect">
            <a:avLst/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42032" y="2185416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2: Feature Growth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2093976"/>
            <a:ext cx="7040880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185416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Business logic extraction · RBAC · calculators · config management · March/Cross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862072"/>
            <a:ext cx="2148840" cy="59436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295351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700"/>
                </a:solidFill>
              </a:rPr>
              <a:t>Dec 2025–Feb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2862072"/>
            <a:ext cx="2514600" cy="594360"/>
          </a:xfrm>
          <a:prstGeom prst="rect">
            <a:avLst/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42032" y="2953512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3: Architecture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2862072"/>
            <a:ext cx="7040880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2953512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DI container · layered design · async sessions · audit logging · Flet cross app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630168"/>
            <a:ext cx="2148840" cy="59436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72160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700"/>
                </a:solidFill>
              </a:rPr>
              <a:t>Feb–May 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3630168"/>
            <a:ext cx="2514600" cy="594360"/>
          </a:xfrm>
          <a:prstGeom prst="rect">
            <a:avLst/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42032" y="3721608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4: Hardening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630168"/>
            <a:ext cx="7040880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3721608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CI/CD · Docker · mypy strict · GDPR · security · HR simulator · Mailpit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257800"/>
            <a:ext cx="1783080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5330952"/>
            <a:ext cx="1709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1B3E"/>
                </a:solidFill>
              </a:rPr>
              <a:t>946 commits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40280" y="5257800"/>
            <a:ext cx="1783080" cy="50292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5330952"/>
            <a:ext cx="1709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1B3E"/>
                </a:solidFill>
              </a:rPr>
              <a:t>21 800 lines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5257800"/>
            <a:ext cx="1783080" cy="50292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5330952"/>
            <a:ext cx="1709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1B3E"/>
                </a:solidFill>
              </a:rPr>
              <a:t>80 user stories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5257800"/>
            <a:ext cx="1783080" cy="502920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5330952"/>
            <a:ext cx="1709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1B3E"/>
                </a:solidFill>
              </a:rPr>
              <a:t>231 story points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5257800"/>
            <a:ext cx="1783080" cy="5029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80" y="5330952"/>
            <a:ext cx="1709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1B3E"/>
                </a:solidFill>
              </a:rPr>
              <a:t>0 mypy errors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04120" y="5257800"/>
            <a:ext cx="1783080" cy="5029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49840" y="5330952"/>
            <a:ext cx="17099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1B3E"/>
                </a:solidFill>
              </a:rPr>
              <a:t>All stories done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B700"/>
                </a:solidFill>
              </a:rPr>
              <a:t>Security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F4FF"/>
                </a:solidFill>
              </a:rPr>
              <a:t>Defence-grade from day 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438912" cy="40233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89888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3E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08176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B700"/>
                </a:solidFill>
              </a:rPr>
              <a:t>Argon2id password hashing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408176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OWASP-recommended memory-hard algorithm, tuned for production hardware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75104"/>
            <a:ext cx="438912" cy="40233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993392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3E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011680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B700"/>
                </a:solidFill>
              </a:rPr>
              <a:t>Session auto-logout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011680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10-minute inactivity timeout with server-side session invalidation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78608"/>
            <a:ext cx="438912" cy="40233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596896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3E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615184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B700"/>
                </a:solidFill>
              </a:rPr>
              <a:t>RBAC at every 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615184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allowed_roles guard on every PageSpec — no client-side trust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182112"/>
            <a:ext cx="438912" cy="40233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200400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3E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218688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B700"/>
                </a:solidFill>
              </a:rPr>
              <a:t>Full audit trail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3218688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Login attempts, failures, data access — all logged with IP address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785616"/>
            <a:ext cx="438912" cy="40233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3803904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3E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822192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B700"/>
                </a:solidFill>
              </a:rPr>
              <a:t>PostgreSQL TLS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3822192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sslmode=verify-full in production — certificate validation enforced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389120"/>
            <a:ext cx="438912" cy="40233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4407408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3E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425696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B700"/>
                </a:solidFill>
              </a:rPr>
              <a:t>No secrets in Docker image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4425696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WF_SECRET_KEY and DB credentials injected at runtime via environment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992624"/>
            <a:ext cx="438912" cy="40233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5010912"/>
            <a:ext cx="438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3E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029200"/>
            <a:ext cx="3108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B700"/>
                </a:solidFill>
              </a:rPr>
              <a:t>OWASP Top 10 assessment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5029200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Completed and documented in SECURITY.md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B700"/>
                </a:solidFill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F4FF"/>
                </a:solidFill>
              </a:rPr>
              <a:t>Vision beyond the current release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3520440" cy="47548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49047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Mobile-responsive layout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3632" y="1490472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Optimized for tablets used on the sports field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85416"/>
            <a:ext cx="3520440" cy="47548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25856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Offline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3632" y="2258568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Service worker for result capture without connectivity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53512"/>
            <a:ext cx="3520440" cy="47548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3026664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Notification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2" y="3026664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Email alerts for expiring test deadlines and overdue sessions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721608"/>
            <a:ext cx="3520440" cy="47548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37947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Multi-unit / battalion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3632" y="379476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Aggregated command-level dashboards across units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489704"/>
            <a:ext cx="3520440" cy="47548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456285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Live HR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13632" y="4562856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Connect broker to real BEMIL HR API endpoint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257800"/>
            <a:ext cx="3520440" cy="475488"/>
          </a:xfrm>
          <a:prstGeom prst="rect">
            <a:avLst/>
          </a:prstGeom>
          <a:solidFill>
            <a:srgbClr val="1A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533095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Extended test types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13632" y="5330952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Additional Belgian Defence-specific evaluations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B700"/>
                </a:solidFill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697480"/>
            <a:ext cx="4846320" cy="36576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Benoit Goethals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F4FF"/>
                </a:solidFill>
              </a:rPr>
              <a:t>benoit.goethals@gmail.com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6078"/>
                </a:solidFill>
              </a:rPr>
              <a:t>WarriorFit:     https://test.warriorfit.bensoft.be/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9704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6078"/>
                </a:solidFill>
              </a:rPr>
              <a:t>Cross client:   https://clientcross.bensoft.be/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1032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6078"/>
                </a:solidFill>
              </a:rPr>
              <a:t>Mailpit:        https://mailstub.bensoft.be/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3095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6078"/>
                </a:solidFill>
              </a:rPr>
              <a:t>Demo video:     https://youtu.be/wZveSgpKTf8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