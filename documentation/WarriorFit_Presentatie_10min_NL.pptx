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09A"/>
                </a:solidFill>
                <a:latin typeface="Calibri"/>
              </a:rPr>
              <a:t>Benoit Goethals  |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Papieren fiches — geen centraal overzicht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5 testtypes met elk eigen scoringsregels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Manuele HR-synchronisatie (foutgevoelig)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AVG-compliance (gezondheidsdata Art. 9)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RBAC — iedereen ziet alles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Geen audit trail — compliancerisico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Commandanten missen realtimezicht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Intranetwebplatform ·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779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558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337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5116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pic>
        <p:nvPicPr>
          <p:cNvPr id="20" name="Picture 19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77440"/>
            <a:ext cx="10629900" cy="4114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029200" y="2423160"/>
            <a:ext cx="685800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246888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53288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Reactieve web-UI · 24 pagina's · RBAC-beschermd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0" y="3227832"/>
            <a:ext cx="685800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327355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PostgreSQL + asyncpg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337560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ORM (SQLAlchemy 2.0) · Alembic-migraties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4032504"/>
            <a:ext cx="685800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4078224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42232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Transactionele outbox · exp. backoff · dead-letter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4837176"/>
            <a:ext cx="685800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66360" y="4882896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FastAPI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946904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MOM REST-endpoint · X-API-Key · CORS-vergrendeling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5641848"/>
            <a:ext cx="685800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66360" y="568756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HR Simulator + Mailpit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5751576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Dev/test omgeving · HR-mock · e-mailpreview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WarriorFit 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UI-laag → Controller-laag → Service-laag → Repository-laag → PostgreSQL</a:t>
            </a:r>
          </a:p>
        </p:txBody>
      </p:sp>
      <p:pic>
        <p:nvPicPr>
          <p:cNvPr id="5" name="Picture 4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522" y="1234440"/>
            <a:ext cx="772590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Gedetailleerde lagenstructuur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Presentation · Service · Integration · Data Access · Core · Infrastructure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858000" cy="364477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234440"/>
            <a:ext cx="443484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DI Container — 40+ singletons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74519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providers.Singleton(…) — gedeeld over proceslevensduur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Repositories (8):  UserRepository, FitnessTestRepository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Services (12+):    ServiceTest, GdprService, RetentionService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Controllers (5):   PhefController, CrossController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External:          BEMILService, MailService, NotifyMail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Broker:            Transactionele outbox singleton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Wiring: containers.WiringConfiguration(modules=[…])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  → 25 UI-modules gepatch bij opstart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  → @inject + Provide[Container.xxx] op page __init__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 Model &amp; 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PostgreSQL · SQLAlchemy ORM · polymorf FitnessTest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4119964" cy="5394960"/>
          </a:xfrm>
          <a:prstGeom prst="rect">
            <a:avLst/>
          </a:prstGeom>
        </p:spPr>
      </p:pic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2" y="1234440"/>
            <a:ext cx="5943600" cy="2578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ERD (databasetabellen)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ORM-klassendiagram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6 rollen · PageSpec(allowed_roles=[…])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7132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286000"/>
                <a:gridCol w="338328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gebruikersbeheer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 + privacypagina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34440"/>
            <a:ext cx="41148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0" y="13258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8288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 — alle CRUD-acties gelogd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 (PR #217)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IDOR-fix: _assert_can_modify_tests()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ORM-polymorfisme · FitnessTest-basisklasse +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Zijbrug (L+R)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Scores A/B/C/D/F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Functioneel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2304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3744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Rij scores 1–5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Gevecht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1728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Paraat (paratrooper)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1152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Timed march + uitrusting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Eenheidsprestatie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0576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8 statistiekatabladen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020"/>
                </a:solidFill>
                <a:latin typeface="Calibri"/>
              </a:rPr>
              <a:t>Zijbrugscoringtabel (PHEF) — leeftijds- en gendercorrectie:</a:t>
            </a:r>
          </a:p>
        </p:txBody>
      </p:sp>
      <p:pic>
        <p:nvPicPr>
          <p:cNvPr id="26" name="Picture 25" descr="side-bridge-proef-t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92040"/>
            <a:ext cx="2863761" cy="2651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26480" y="457200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Gemeenschappelijk voor alle types: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ORM-polymorfisme (FitnessTest-base)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Async repository (SQLAlchemy 2.0)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Audit trail bij elke opslag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Automatische HR-forwarding via broker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Transactionele outbox · exp. backoff 5 s→10 min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Synchroon pad  (PTI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303520" cy="3017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Browser: PTI klikt 'Add'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←  OK ·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63"/>
                </a:solidFill>
                <a:latin typeface="Calibri"/>
              </a:rPr>
              <a:t>Asynchroon pad  (broker — PTI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asyncio.Queue (in-memory)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hr_messages (duurzame opslag)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POST naar HR-systeem (BEMIL)</a:t>
            </a:r>
          </a:p>
        </p:txBody>
      </p:sp>
      <p:pic>
        <p:nvPicPr>
          <p:cNvPr id="11" name="Picture 10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14" y="1234440"/>
            <a:ext cx="551661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Volledige Testflow — UI → Service → DB → Broker → 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End-to-end PHEF-flow incl. foutpaden, retry en dead-letter</a:t>
            </a:r>
          </a:p>
        </p:txBody>
      </p:sp>
      <p:pic>
        <p:nvPicPr>
          <p:cNvPr id="5" name="Picture 4" descr="test_flow_ui_db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60" y="1188720"/>
            <a:ext cx="7783032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Bron: documentation/diagrams/test_flow_ui_db_broker.png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1492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2984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gem.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5968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5746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371600"/>
                <a:gridCol w="640080"/>
                <a:gridCol w="777240"/>
                <a:gridCol w="443484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Opzet, auth, login (E1, E19)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 (E1, E9)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commit-dichtheid (160)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 (E8)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 (E20)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 (E19)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686800" y="2560320"/>
            <a:ext cx="3291840" cy="39319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23960" y="2651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063240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630168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0" y="36758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675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4197096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0" y="424281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424281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764024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8097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480974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5330952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9680" y="53766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53766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Testpatronen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pytest + pytest-asyncio (async tests)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AsyncMock / MagicMock via unittest.mock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Constructor-injectie: mocking zonder patching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container.override(mock) + reset_override()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Singleton._instances wissen in fixtures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Voorbeeld: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  PhefController(service=mock, mil=mock)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mypy — strict typechecking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ruff — linting (E/F/W/I, regellengte 100)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black — codeformattering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pre-commit — auto-update version.yaml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GitHub Actions — CI: lint + mypy + tests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Docker — productie-image (geen secrets)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Alembic — versiebeheerde DB-migraties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Defense-in-depth · intranet-deployment · Argon2id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5214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675120"/>
                <a:gridCol w="2103120"/>
              </a:tblGrid>
              <a:tr h="668655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T="38100" marB="38100" marL="63500" marR="63500">
                    <a:solidFill>
                      <a:srgbClr val="3A5A3A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· PostgreSQL TLS verify-full (productie)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geparametriseerde queries — geen raw SQL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Misconfiguration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card</a:t>
                      </a:r>
                    </a:p>
                  </a:txBody>
                  <a:tcPr marT="38100" marB="38100" marL="63500" marR="635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38100" marB="38100" marL="63500" marR="63500">
                    <a:solidFill>
                      <a:srgbClr val="28B463"/>
                    </a:solidFill>
                  </a:tcPr>
                </a:tc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SSRF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validatie open punt</a:t>
                      </a:r>
                    </a:p>
                  </a:txBody>
                  <a:tcPr marT="38100" marB="38100" marL="63500" marR="635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T="38100" marB="38100" marL="63500" marR="63500"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DPIA Art. 35 · gezondheidsdata Art. 9 · zelfservice privacypagina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15 — Inzage: volledig exporteerbaar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17 — Verwijdering: GdprService + FK CASCADE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20 — Portabiliteit: JSON-export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7  — Toestemming: user_consents tabel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RetentionService: automatische verwijdering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 (Art. 32)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Rajdhani + JetBrains Mono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dependency-injector (DI-container)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uv · ruff · mypy · black · pre-commit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Routekaart — verdere ontwikkeling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Open punten &amp; toekomstige iteraties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28016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3441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SSO / SAML-integratie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37160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Eenmalige aanmelding via Defensie-identiteitsprovider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47672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947672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HR-URL HTTPS allowlist (OWASP A10)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039112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Whitelist + HTTPS-verificatie op uitgaand HR-verkeer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15184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67919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615184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26791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Serviceman login — wachtwoordverificatie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06624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SSO of eigen credentials afwachten (GitHub-issue geopend)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82696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3467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28269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34670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Responsief ontwerp (mobiel)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74136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Tablet-/smartphoneweergave voor PTI's op terrein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50208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0142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950208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4014216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Realtimenotificaties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041648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WebSocket push voor sessiewijzigingen &amp; broker-alerts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6817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00200" y="461772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46817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Multi-eenheid ondersteuning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70916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Uitbreiding naar meerdere regimenten / compagnieën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85231"/>
            <a:ext cx="1188720" cy="566928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3492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00200" y="5285231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3492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Uitgebreid rapportagepakket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376671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PDF-exports per test, eenheid en tijdsperiode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97280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31492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2984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4476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5968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5968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5746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746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solo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